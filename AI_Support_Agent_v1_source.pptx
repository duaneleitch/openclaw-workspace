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6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Archivo"/>
              </a:rPr>
              <a:t>AI Support Agent Strategy for Diversys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Archivo"/>
              </a:rPr>
              <a:t>Date: 2026-03-05</a:t>
            </a:r>
          </a:p>
          <a:p>
            <a:r>
              <a:rPr>
                <a:solidFill>
                  <a:srgbClr val="FFFFFF"/>
                </a:solidFill>
                <a:latin typeface="Archivo"/>
              </a:rPr>
              <a:t>Presenter: Duane Leitch</a:t>
            </a:r>
          </a:p>
        </p:txBody>
      </p:sp>
      <p:pic>
        <p:nvPicPr>
          <p:cNvPr id="4" name="Picture 3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Why now: increasing expectations for speed and availability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What it enables: consistent answers, deflection, and scale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Recommended approach: phased pilot with clear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Company Context and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Diversys mission requires data integrity and compliance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AI positioning aligns with operational efficiency and trust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Support workflows are structured and measurable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After hours coverage without new headcount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Faster response time and higher consistency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Scale knowledge reuse across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One person support team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Low ticket volume, but high expectation for responsiveness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Channels: email, chat, Zendesk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Average first response about 20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What the AI Support Agent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 support copilot for Tier 1 questions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Escalates to human when confidence is low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Logs every interaction for audit and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Zendesk and chat intake routed to AI agent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Confidence thresholds determine auto response or escalation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Jira used for complex escalations and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24x7 coverage and faster response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Growth readiness without immediate hiring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Consistent answers and knowledge reuse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Security and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Data minimization and approved sources only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Auditability and human-in-the-loop review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Role-based access and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Cost Ranges and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Platform and tooling costs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LLM usage costs tied to volume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Implementation and support versus hiring tradeoff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Roadmap and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Phase 1: Discovery and requirements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Phase 2: Pilot with limited scope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Phase 3: Scale across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KPIs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First response time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Deflection rate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CSAT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Escalation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Incorrect responses mitigated by confidence thresholds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Security exposure mitigated by approved sources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Adoption risk mitigated by 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Decision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Approve pilot with defined scope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Confirm go or no-go gates and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Confirm KPIs and scope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Select platform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Start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